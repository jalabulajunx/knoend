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OpenPager intro: hold up the board, say what it is in one line,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who owns a macro pad.</a:t>
            </a:r>
          </a:p>
          <a:p>
            <a:r>
              <a:t>Ask who set it up for more than one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board works alone as a Bluetooth keyboard, with nothing installed on the computer.</a:t>
            </a:r>
          </a:p>
          <a:p>
            <a:r>
              <a:t>The companion service watches which app, website or terminal program is in front and pushes the matching keys to every connected board.</a:t>
            </a:r>
          </a:p>
          <a:p>
            <a:r>
              <a:t>Layouts are TOML files checked by one validator, whether built in, shared by someone else or drafted by an AI for an app nobody has set up yet.</a:t>
            </a:r>
          </a:p>
          <a:p>
            <a:r>
              <a:t>Over Wi-Fi it becomes a pager: approve a coding agent's command from another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repository.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OpenPager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shortcut keypad and pager on a cheap ESP32-S3 touch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Keypads are closed, skip Linux, and every app needs a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Board + companion service + layouts as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Switch apps and watch the keys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github.com/jalabulajunx/knoend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